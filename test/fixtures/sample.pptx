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vi-V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vi-V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DD0E8E-95DA-4DBE-BBE6-2130348E3E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vi-V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vi-V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vi-V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vi-V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vi-V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vi-V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vi-V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vi-V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vi-V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vi-V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vi-V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vi-V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vi-V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vi-V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vi-V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vi-V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vi-V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vi-V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vi-V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vi-V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vi-V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vi-V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vi-V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vi-V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vi-V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vi-V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vi-V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vi-V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vi-V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2D7BA0F-BE52-400D-9A7C-30BE0C7209CE}" type="slidenum">
              <a:rPr lang="vi-V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vi-V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1080000"/>
            <a:ext cx="72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vi-V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Hello from slide 1</a:t>
            </a:r>
            <a:endParaRPr lang="vi-V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vi-VN</dc:language>
  <cp:lastModifiedBy/>
  <cp:revision>0</cp:revision>
  <dc:subject/>
  <dc:title/>
</cp:coreProperties>
</file>